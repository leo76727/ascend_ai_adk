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Pricing Agent – Project Timeline &amp; Milestones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automation export - Linked to detailed Excel planning sheet.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Requirements finalization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508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design &amp; API spec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920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 design outline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K8s + CI/CD readiness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2061" y="1097280"/>
            <a:ext cx="1312984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tools: trades/market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2061" y="1508760"/>
            <a:ext cx="1312984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508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REST agent service scaffold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52061" y="1920240"/>
            <a:ext cx="1312984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920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Agent model &amp; tool wiring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2061" y="2331720"/>
            <a:ext cx="1312984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Auth JWT bearer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2061" y="2743200"/>
            <a:ext cx="1312984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Logging + tracing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5046" y="1097280"/>
            <a:ext cx="875323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 refinement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5046" y="1508760"/>
            <a:ext cx="875323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508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Win-rate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5046" y="1920240"/>
            <a:ext cx="875323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920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Payoff suggestion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&amp; Deploy</a:t>
            </a:r>
          </a:p>
        </p:txBody>
      </p:sp>
      <p:sp>
        <p:nvSpPr>
          <p:cNvPr id="3" name="Rectangle 2"/>
          <p:cNvSpPr/>
          <p:nvPr/>
        </p:nvSpPr>
        <p:spPr>
          <a:xfrm>
            <a:off x="3540369" y="109728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Quote UI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40369" y="150876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508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K8s deployment scripting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0369" y="192024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920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CI/CD full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78030" y="1097280"/>
            <a:ext cx="437661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Load/testing &amp;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UAT/Production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603261" y="1097280"/>
            <a:ext cx="1875692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41476" y="1508760"/>
            <a:ext cx="250092" cy="32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508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 rollout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Excel Master Plan:</a:t>
            </a:r>
          </a:p>
          <a:p>
            <a:pPr>
              <a:defRPr sz="1200"/>
            </a:pPr>
            <a:r>
              <a:t>/mnt/data/AI_Agent_Project_Full_Gantt_With_Automation_v2.xlsx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